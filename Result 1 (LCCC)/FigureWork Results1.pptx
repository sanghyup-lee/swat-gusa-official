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33278-09EC-4D58-A182-C6948BC77006}" v="27" dt="2026-02-04T01:39:27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, Sanghyup" userId="ad74ffcd-4070-4e21-a38d-f643c04098fe" providerId="ADAL" clId="{C4E33278-09EC-4D58-A182-C6948BC77006}"/>
    <pc:docChg chg="undo custSel addSld modSld">
      <pc:chgData name="Lee, Sanghyup" userId="ad74ffcd-4070-4e21-a38d-f643c04098fe" providerId="ADAL" clId="{C4E33278-09EC-4D58-A182-C6948BC77006}" dt="2026-02-04T01:39:50.458" v="258" actId="1076"/>
      <pc:docMkLst>
        <pc:docMk/>
      </pc:docMkLst>
      <pc:sldChg chg="addSp delSp modSp mod">
        <pc:chgData name="Lee, Sanghyup" userId="ad74ffcd-4070-4e21-a38d-f643c04098fe" providerId="ADAL" clId="{C4E33278-09EC-4D58-A182-C6948BC77006}" dt="2026-02-04T01:37:40.184" v="177" actId="1076"/>
        <pc:sldMkLst>
          <pc:docMk/>
          <pc:sldMk cId="3919505986" sldId="256"/>
        </pc:sldMkLst>
        <pc:spChg chg="add mod">
          <ac:chgData name="Lee, Sanghyup" userId="ad74ffcd-4070-4e21-a38d-f643c04098fe" providerId="ADAL" clId="{C4E33278-09EC-4D58-A182-C6948BC77006}" dt="2026-02-04T01:36:23.688" v="88" actId="1076"/>
          <ac:spMkLst>
            <pc:docMk/>
            <pc:sldMk cId="3919505986" sldId="256"/>
            <ac:spMk id="22" creationId="{3EF5F6B3-E1EC-AF12-F47D-474CE760CF9A}"/>
          </ac:spMkLst>
        </pc:spChg>
        <pc:spChg chg="add mod">
          <ac:chgData name="Lee, Sanghyup" userId="ad74ffcd-4070-4e21-a38d-f643c04098fe" providerId="ADAL" clId="{C4E33278-09EC-4D58-A182-C6948BC77006}" dt="2026-02-04T01:36:28.147" v="94" actId="20577"/>
          <ac:spMkLst>
            <pc:docMk/>
            <pc:sldMk cId="3919505986" sldId="256"/>
            <ac:spMk id="23" creationId="{3AD2C9DC-85F3-C7BC-70D8-4297450925F2}"/>
          </ac:spMkLst>
        </pc:spChg>
        <pc:spChg chg="add mod">
          <ac:chgData name="Lee, Sanghyup" userId="ad74ffcd-4070-4e21-a38d-f643c04098fe" providerId="ADAL" clId="{C4E33278-09EC-4D58-A182-C6948BC77006}" dt="2026-02-04T01:36:35.473" v="101" actId="20577"/>
          <ac:spMkLst>
            <pc:docMk/>
            <pc:sldMk cId="3919505986" sldId="256"/>
            <ac:spMk id="24" creationId="{3A679A13-318C-0357-DA0E-D1CE69337123}"/>
          </ac:spMkLst>
        </pc:spChg>
        <pc:spChg chg="add mod">
          <ac:chgData name="Lee, Sanghyup" userId="ad74ffcd-4070-4e21-a38d-f643c04098fe" providerId="ADAL" clId="{C4E33278-09EC-4D58-A182-C6948BC77006}" dt="2026-02-04T01:36:42.479" v="112" actId="20577"/>
          <ac:spMkLst>
            <pc:docMk/>
            <pc:sldMk cId="3919505986" sldId="256"/>
            <ac:spMk id="25" creationId="{D09D6E1D-3A33-15B7-57FE-68B814CACD88}"/>
          </ac:spMkLst>
        </pc:spChg>
        <pc:spChg chg="add mod">
          <ac:chgData name="Lee, Sanghyup" userId="ad74ffcd-4070-4e21-a38d-f643c04098fe" providerId="ADAL" clId="{C4E33278-09EC-4D58-A182-C6948BC77006}" dt="2026-02-04T01:36:46.970" v="120" actId="20577"/>
          <ac:spMkLst>
            <pc:docMk/>
            <pc:sldMk cId="3919505986" sldId="256"/>
            <ac:spMk id="26" creationId="{5870A62F-4AB9-735E-4E27-0DAE50FA803B}"/>
          </ac:spMkLst>
        </pc:spChg>
        <pc:spChg chg="add mod">
          <ac:chgData name="Lee, Sanghyup" userId="ad74ffcd-4070-4e21-a38d-f643c04098fe" providerId="ADAL" clId="{C4E33278-09EC-4D58-A182-C6948BC77006}" dt="2026-02-04T01:36:55.650" v="140" actId="14100"/>
          <ac:spMkLst>
            <pc:docMk/>
            <pc:sldMk cId="3919505986" sldId="256"/>
            <ac:spMk id="27" creationId="{8F11137B-8E85-E475-6682-FB3BE36D24E7}"/>
          </ac:spMkLst>
        </pc:spChg>
        <pc:spChg chg="add mod">
          <ac:chgData name="Lee, Sanghyup" userId="ad74ffcd-4070-4e21-a38d-f643c04098fe" providerId="ADAL" clId="{C4E33278-09EC-4D58-A182-C6948BC77006}" dt="2026-02-04T01:37:00.535" v="150" actId="20577"/>
          <ac:spMkLst>
            <pc:docMk/>
            <pc:sldMk cId="3919505986" sldId="256"/>
            <ac:spMk id="28" creationId="{A9EAEBAD-CF39-14BA-6282-371235E08FB6}"/>
          </ac:spMkLst>
        </pc:spChg>
        <pc:spChg chg="add mod">
          <ac:chgData name="Lee, Sanghyup" userId="ad74ffcd-4070-4e21-a38d-f643c04098fe" providerId="ADAL" clId="{C4E33278-09EC-4D58-A182-C6948BC77006}" dt="2026-02-04T01:37:09.073" v="162" actId="1076"/>
          <ac:spMkLst>
            <pc:docMk/>
            <pc:sldMk cId="3919505986" sldId="256"/>
            <ac:spMk id="29" creationId="{FB320C4B-CEC8-5DFC-6B3B-160D52203E09}"/>
          </ac:spMkLst>
        </pc:spChg>
        <pc:picChg chg="add mod">
          <ac:chgData name="Lee, Sanghyup" userId="ad74ffcd-4070-4e21-a38d-f643c04098fe" providerId="ADAL" clId="{C4E33278-09EC-4D58-A182-C6948BC77006}" dt="2026-02-04T01:35:20.356" v="34" actId="1076"/>
          <ac:picMkLst>
            <pc:docMk/>
            <pc:sldMk cId="3919505986" sldId="256"/>
            <ac:picMk id="3" creationId="{20D47BB2-1EB1-B739-4D70-72E2B4088192}"/>
          </ac:picMkLst>
        </pc:picChg>
        <pc:picChg chg="add del mod">
          <ac:chgData name="Lee, Sanghyup" userId="ad74ffcd-4070-4e21-a38d-f643c04098fe" providerId="ADAL" clId="{C4E33278-09EC-4D58-A182-C6948BC77006}" dt="2026-02-04T01:33:29.326" v="9" actId="478"/>
          <ac:picMkLst>
            <pc:docMk/>
            <pc:sldMk cId="3919505986" sldId="256"/>
            <ac:picMk id="5" creationId="{B8456AB1-6E19-270A-D563-D22E0E8D7B6B}"/>
          </ac:picMkLst>
        </pc:picChg>
        <pc:picChg chg="add del mod">
          <ac:chgData name="Lee, Sanghyup" userId="ad74ffcd-4070-4e21-a38d-f643c04098fe" providerId="ADAL" clId="{C4E33278-09EC-4D58-A182-C6948BC77006}" dt="2026-02-04T01:33:47.885" v="13" actId="478"/>
          <ac:picMkLst>
            <pc:docMk/>
            <pc:sldMk cId="3919505986" sldId="256"/>
            <ac:picMk id="7" creationId="{50082C5E-3CC1-0EB4-5C5D-99970AD728A5}"/>
          </ac:picMkLst>
        </pc:picChg>
        <pc:picChg chg="add mod">
          <ac:chgData name="Lee, Sanghyup" userId="ad74ffcd-4070-4e21-a38d-f643c04098fe" providerId="ADAL" clId="{C4E33278-09EC-4D58-A182-C6948BC77006}" dt="2026-02-04T01:35:19.551" v="33" actId="1076"/>
          <ac:picMkLst>
            <pc:docMk/>
            <pc:sldMk cId="3919505986" sldId="256"/>
            <ac:picMk id="9" creationId="{502F22BC-2128-8E09-E083-25545D70C69A}"/>
          </ac:picMkLst>
        </pc:picChg>
        <pc:picChg chg="add mod">
          <ac:chgData name="Lee, Sanghyup" userId="ad74ffcd-4070-4e21-a38d-f643c04098fe" providerId="ADAL" clId="{C4E33278-09EC-4D58-A182-C6948BC77006}" dt="2026-02-04T01:35:21.804" v="35" actId="1076"/>
          <ac:picMkLst>
            <pc:docMk/>
            <pc:sldMk cId="3919505986" sldId="256"/>
            <ac:picMk id="11" creationId="{751ADA08-2CAC-0D29-2E56-0DE7A51134B0}"/>
          </ac:picMkLst>
        </pc:picChg>
        <pc:picChg chg="add mod">
          <ac:chgData name="Lee, Sanghyup" userId="ad74ffcd-4070-4e21-a38d-f643c04098fe" providerId="ADAL" clId="{C4E33278-09EC-4D58-A182-C6948BC77006}" dt="2026-02-04T01:35:27.622" v="40" actId="1076"/>
          <ac:picMkLst>
            <pc:docMk/>
            <pc:sldMk cId="3919505986" sldId="256"/>
            <ac:picMk id="13" creationId="{43880DCD-E592-7E9F-14AE-94A627C63418}"/>
          </ac:picMkLst>
        </pc:picChg>
        <pc:picChg chg="add mod">
          <ac:chgData name="Lee, Sanghyup" userId="ad74ffcd-4070-4e21-a38d-f643c04098fe" providerId="ADAL" clId="{C4E33278-09EC-4D58-A182-C6948BC77006}" dt="2026-02-04T01:36:05.995" v="67" actId="1076"/>
          <ac:picMkLst>
            <pc:docMk/>
            <pc:sldMk cId="3919505986" sldId="256"/>
            <ac:picMk id="15" creationId="{1155322C-7F6E-2C56-9AEB-9D8AFE0F4094}"/>
          </ac:picMkLst>
        </pc:picChg>
        <pc:picChg chg="add mod">
          <ac:chgData name="Lee, Sanghyup" userId="ad74ffcd-4070-4e21-a38d-f643c04098fe" providerId="ADAL" clId="{C4E33278-09EC-4D58-A182-C6948BC77006}" dt="2026-02-04T01:36:00.399" v="66" actId="1076"/>
          <ac:picMkLst>
            <pc:docMk/>
            <pc:sldMk cId="3919505986" sldId="256"/>
            <ac:picMk id="17" creationId="{56A05BDA-6189-D263-86DD-BEBC3DD20FB4}"/>
          </ac:picMkLst>
        </pc:picChg>
        <pc:picChg chg="add mod">
          <ac:chgData name="Lee, Sanghyup" userId="ad74ffcd-4070-4e21-a38d-f643c04098fe" providerId="ADAL" clId="{C4E33278-09EC-4D58-A182-C6948BC77006}" dt="2026-02-04T01:35:57.912" v="64" actId="1076"/>
          <ac:picMkLst>
            <pc:docMk/>
            <pc:sldMk cId="3919505986" sldId="256"/>
            <ac:picMk id="19" creationId="{E646D56C-BC7B-4433-6240-D923EA83F8A1}"/>
          </ac:picMkLst>
        </pc:picChg>
        <pc:picChg chg="add mod">
          <ac:chgData name="Lee, Sanghyup" userId="ad74ffcd-4070-4e21-a38d-f643c04098fe" providerId="ADAL" clId="{C4E33278-09EC-4D58-A182-C6948BC77006}" dt="2026-02-04T01:35:56.593" v="63" actId="1076"/>
          <ac:picMkLst>
            <pc:docMk/>
            <pc:sldMk cId="3919505986" sldId="256"/>
            <ac:picMk id="21" creationId="{B0156DCD-F892-765E-A6AE-4599978C9E6A}"/>
          </ac:picMkLst>
        </pc:picChg>
        <pc:picChg chg="add mod modCrop">
          <ac:chgData name="Lee, Sanghyup" userId="ad74ffcd-4070-4e21-a38d-f643c04098fe" providerId="ADAL" clId="{C4E33278-09EC-4D58-A182-C6948BC77006}" dt="2026-02-04T01:37:24.153" v="168" actId="1076"/>
          <ac:picMkLst>
            <pc:docMk/>
            <pc:sldMk cId="3919505986" sldId="256"/>
            <ac:picMk id="31" creationId="{644CD16F-27BA-2249-C088-0223A5031079}"/>
          </ac:picMkLst>
        </pc:picChg>
        <pc:picChg chg="add mod modCrop">
          <ac:chgData name="Lee, Sanghyup" userId="ad74ffcd-4070-4e21-a38d-f643c04098fe" providerId="ADAL" clId="{C4E33278-09EC-4D58-A182-C6948BC77006}" dt="2026-02-04T01:37:40.184" v="177" actId="1076"/>
          <ac:picMkLst>
            <pc:docMk/>
            <pc:sldMk cId="3919505986" sldId="256"/>
            <ac:picMk id="33" creationId="{73761310-B150-9B02-14C2-FE336343A2BB}"/>
          </ac:picMkLst>
        </pc:picChg>
      </pc:sldChg>
      <pc:sldChg chg="addSp delSp modSp add mod">
        <pc:chgData name="Lee, Sanghyup" userId="ad74ffcd-4070-4e21-a38d-f643c04098fe" providerId="ADAL" clId="{C4E33278-09EC-4D58-A182-C6948BC77006}" dt="2026-02-04T01:39:50.458" v="258" actId="1076"/>
        <pc:sldMkLst>
          <pc:docMk/>
          <pc:sldMk cId="1201594816" sldId="257"/>
        </pc:sldMkLst>
        <pc:spChg chg="add mod">
          <ac:chgData name="Lee, Sanghyup" userId="ad74ffcd-4070-4e21-a38d-f643c04098fe" providerId="ADAL" clId="{C4E33278-09EC-4D58-A182-C6948BC77006}" dt="2026-02-04T01:39:26.295" v="240" actId="20577"/>
          <ac:spMkLst>
            <pc:docMk/>
            <pc:sldMk cId="1201594816" sldId="257"/>
            <ac:spMk id="14" creationId="{4FAA81F8-D3E1-70A0-C57F-A10257FAEB3B}"/>
          </ac:spMkLst>
        </pc:spChg>
        <pc:spChg chg="add mod">
          <ac:chgData name="Lee, Sanghyup" userId="ad74ffcd-4070-4e21-a38d-f643c04098fe" providerId="ADAL" clId="{C4E33278-09EC-4D58-A182-C6948BC77006}" dt="2026-02-04T01:39:48.363" v="257" actId="20577"/>
          <ac:spMkLst>
            <pc:docMk/>
            <pc:sldMk cId="1201594816" sldId="257"/>
            <ac:spMk id="16" creationId="{A871F431-19ED-06CB-D57E-23C47E0DBFA9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2" creationId="{15105248-E15D-D930-A5FB-BD85241BAECF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3" creationId="{411D1A24-2142-50EB-26F3-5A4E5759B048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4" creationId="{45F41ACC-14D9-A4A3-6944-60480CAA7F17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5" creationId="{65D8F14C-F25B-44BE-7B8E-D2BF687CAA33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6" creationId="{D3796733-6382-6D85-5859-489A8949469D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7" creationId="{E90DAAE8-9586-173F-E83B-04A61973DD4A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8" creationId="{EA920B90-D46A-5834-0F61-74CE87A13BA3}"/>
          </ac:spMkLst>
        </pc:spChg>
        <pc:spChg chg="del">
          <ac:chgData name="Lee, Sanghyup" userId="ad74ffcd-4070-4e21-a38d-f643c04098fe" providerId="ADAL" clId="{C4E33278-09EC-4D58-A182-C6948BC77006}" dt="2026-02-04T01:37:43.924" v="179" actId="478"/>
          <ac:spMkLst>
            <pc:docMk/>
            <pc:sldMk cId="1201594816" sldId="257"/>
            <ac:spMk id="29" creationId="{8A2C9D0C-B0D8-D7AF-A63B-645B29568BF3}"/>
          </ac:spMkLst>
        </pc:spChg>
        <pc:picChg chg="add mod">
          <ac:chgData name="Lee, Sanghyup" userId="ad74ffcd-4070-4e21-a38d-f643c04098fe" providerId="ADAL" clId="{C4E33278-09EC-4D58-A182-C6948BC77006}" dt="2026-02-04T01:39:06.552" v="212" actId="1076"/>
          <ac:picMkLst>
            <pc:docMk/>
            <pc:sldMk cId="1201594816" sldId="257"/>
            <ac:picMk id="4" creationId="{2E922ABE-7132-7857-0799-B7BF79BDCEE0}"/>
          </ac:picMkLst>
        </pc:picChg>
        <pc:picChg chg="add mod modCrop">
          <ac:chgData name="Lee, Sanghyup" userId="ad74ffcd-4070-4e21-a38d-f643c04098fe" providerId="ADAL" clId="{C4E33278-09EC-4D58-A182-C6948BC77006}" dt="2026-02-04T01:38:33.379" v="197" actId="1076"/>
          <ac:picMkLst>
            <pc:docMk/>
            <pc:sldMk cId="1201594816" sldId="257"/>
            <ac:picMk id="6" creationId="{A7518945-07A8-4230-6523-25D28D5063C1}"/>
          </ac:picMkLst>
        </pc:picChg>
        <pc:picChg chg="add mod ord modCrop">
          <ac:chgData name="Lee, Sanghyup" userId="ad74ffcd-4070-4e21-a38d-f643c04098fe" providerId="ADAL" clId="{C4E33278-09EC-4D58-A182-C6948BC77006}" dt="2026-02-04T01:39:16.259" v="215" actId="170"/>
          <ac:picMkLst>
            <pc:docMk/>
            <pc:sldMk cId="1201594816" sldId="257"/>
            <ac:picMk id="8" creationId="{1CD4A81A-8D8A-D143-9D0D-D380ECD9F0E3}"/>
          </ac:picMkLst>
        </pc:picChg>
        <pc:picChg chg="add mod">
          <ac:chgData name="Lee, Sanghyup" userId="ad74ffcd-4070-4e21-a38d-f643c04098fe" providerId="ADAL" clId="{C4E33278-09EC-4D58-A182-C6948BC77006}" dt="2026-02-04T01:39:50.458" v="258" actId="1076"/>
          <ac:picMkLst>
            <pc:docMk/>
            <pc:sldMk cId="1201594816" sldId="257"/>
            <ac:picMk id="12" creationId="{89E6CD3D-27FD-C07B-17BA-B0F0579E26BC}"/>
          </ac:picMkLst>
        </pc:picChg>
        <pc:picChg chg="del">
          <ac:chgData name="Lee, Sanghyup" userId="ad74ffcd-4070-4e21-a38d-f643c04098fe" providerId="ADAL" clId="{C4E33278-09EC-4D58-A182-C6948BC77006}" dt="2026-02-04T01:37:43.924" v="179" actId="478"/>
          <ac:picMkLst>
            <pc:docMk/>
            <pc:sldMk cId="1201594816" sldId="257"/>
            <ac:picMk id="13" creationId="{49074F6C-A5B6-6A3A-6642-BC6D4793C943}"/>
          </ac:picMkLst>
        </pc:picChg>
        <pc:picChg chg="del">
          <ac:chgData name="Lee, Sanghyup" userId="ad74ffcd-4070-4e21-a38d-f643c04098fe" providerId="ADAL" clId="{C4E33278-09EC-4D58-A182-C6948BC77006}" dt="2026-02-04T01:37:43.924" v="179" actId="478"/>
          <ac:picMkLst>
            <pc:docMk/>
            <pc:sldMk cId="1201594816" sldId="257"/>
            <ac:picMk id="31" creationId="{CD5DE396-2913-AA7C-AF72-FC5DCA806D6F}"/>
          </ac:picMkLst>
        </pc:picChg>
      </pc:sldChg>
    </pc:docChg>
  </pc:docChgLst>
  <pc:docChgLst>
    <pc:chgData name="Lee, Sanghyup" userId="ad74ffcd-4070-4e21-a38d-f643c04098fe" providerId="ADAL" clId="{201E7070-8BCF-4FDD-9121-EB0C385EF52F}"/>
    <pc:docChg chg="custSel addSld modSld">
      <pc:chgData name="Lee, Sanghyup" userId="ad74ffcd-4070-4e21-a38d-f643c04098fe" providerId="ADAL" clId="{201E7070-8BCF-4FDD-9121-EB0C385EF52F}" dt="2026-02-03T16:52:50.169" v="1" actId="478"/>
      <pc:docMkLst>
        <pc:docMk/>
      </pc:docMkLst>
      <pc:sldChg chg="delSp new mod">
        <pc:chgData name="Lee, Sanghyup" userId="ad74ffcd-4070-4e21-a38d-f643c04098fe" providerId="ADAL" clId="{201E7070-8BCF-4FDD-9121-EB0C385EF52F}" dt="2026-02-03T16:52:50.169" v="1" actId="478"/>
        <pc:sldMkLst>
          <pc:docMk/>
          <pc:sldMk cId="3919505986" sldId="256"/>
        </pc:sldMkLst>
        <pc:spChg chg="del">
          <ac:chgData name="Lee, Sanghyup" userId="ad74ffcd-4070-4e21-a38d-f643c04098fe" providerId="ADAL" clId="{201E7070-8BCF-4FDD-9121-EB0C385EF52F}" dt="2026-02-03T16:52:50.169" v="1" actId="478"/>
          <ac:spMkLst>
            <pc:docMk/>
            <pc:sldMk cId="3919505986" sldId="256"/>
            <ac:spMk id="2" creationId="{A070A1D0-5A92-3B09-B1D9-808AF06E1B82}"/>
          </ac:spMkLst>
        </pc:spChg>
        <pc:spChg chg="del">
          <ac:chgData name="Lee, Sanghyup" userId="ad74ffcd-4070-4e21-a38d-f643c04098fe" providerId="ADAL" clId="{201E7070-8BCF-4FDD-9121-EB0C385EF52F}" dt="2026-02-03T16:52:50.169" v="1" actId="478"/>
          <ac:spMkLst>
            <pc:docMk/>
            <pc:sldMk cId="3919505986" sldId="256"/>
            <ac:spMk id="3" creationId="{0985C349-EE5A-5200-5C1F-94BB3399D1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B677-6B34-CC5B-84CE-286688E63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6F1BD-0956-E785-80B3-88B482CA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53D70-3007-3E87-DDF2-E26EBEE9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F228-4948-B420-ED8A-27A43CA1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99FC-46E9-DC4A-5F5E-3454E66D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3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4C9B-7EA4-029A-4B91-DFAD2AB2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97FDC-C2A7-90F5-CAF0-45231CD11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58E1C-58C5-E3A9-2C7D-7BA4E799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2D5A9-92F3-C2F4-05A2-18FAD77E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63C0-B494-9381-083C-D397C9CB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2ED9-3D4C-A3DD-985F-9E4EC8D5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EFF27-6FDF-4C87-59D3-2F736DCB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BD329-7EFF-D8CC-F6D8-6AE46F39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318E7-C1A2-7A23-D4A2-3539B736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0DD38-A856-A22A-B253-F155EA33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E010-4361-3BFC-F137-7FBB3FB3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271BC-E418-CD38-3D35-E1850FC5E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100CF-3A8D-B4DB-E0A1-D5805B00F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CB462-7982-C11E-2C3B-3BA4D2588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3FC8-4C0D-A706-909D-23649D0C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39172-FCC3-DCEB-9D9E-EBD41AA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6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5637-40E3-3AB0-FAC3-3FCD42DD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21676-2017-DBB6-5BB6-07966C3F3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11AEF-DD30-40D0-EC1E-B7E789F91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A073A-BC56-69CA-C046-6205924EC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B2BCA-9C70-FD73-4A29-59B476753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6424C-2E12-1F0C-1BBE-BD9700533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B08B2-B06C-C189-AF3B-79BE760E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3559A-9693-7846-CAB4-0E9FB73D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5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5980-E983-271C-3341-BC6787F3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A79E-2447-ECC7-A53F-0C1C04E4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7D612-0CAE-887D-318B-357ECEA3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D2AB-8B09-E1A9-B83A-EA2E7255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8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20748-1BA8-731C-AA4D-34CCF80E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47A1F-1525-F39B-B9AD-E05D3AD6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D9192-4978-5262-DD07-D17205CB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8922-5FE2-A6C8-1D55-B25497C4F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3102-0B5C-0717-E4F7-AE82677D1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07614-3E98-9406-77E3-39BE131D7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87A32-4FE0-39F9-E5D8-AE62E519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AB039-CCA6-39C2-2D96-2A0323DD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77D88-59A2-3E42-0870-AAD2C815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4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02C7-B330-E85B-9786-D0344A9B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ABEA5-0566-F898-5444-1B054B217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75A9A-3CDD-725E-156F-157370426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46E38-612B-B299-370E-33AADF60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BCAF5-E4F1-AC15-B059-DD653AE4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CFE4F-BABA-3BC1-5F1C-B8B24477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5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712B-1EA1-8723-45FE-F194F5C2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96368-0AD4-DF7F-0EFB-2F54C603F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EBCC7-81A8-F327-3728-4672723C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C9AF-D100-28A4-1BEB-02C7345F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75771-F9BA-2898-3B52-CC2B18BB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7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4B4C1-352F-ED37-51B7-6E09D764C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E7FC0-9258-E4B4-82B3-EA7EF7B6B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FFBCA-97EA-0253-742D-7CBEE24F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8FB6B-1253-4F42-B8CC-3197594C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7DA06-7CC9-42E7-711F-68C85BED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0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DB6ADB-0721-E6BE-9BC2-DEF6F7F4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D3C54-8EE6-6402-03FE-673B8B3ED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3C93-4240-BA53-CA62-807B6BD0B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1BE87-FF86-4E23-8461-A9FC492999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4FE04-6536-3426-C867-DC3EBB539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6A5AC-FA66-916A-3048-9FC352BE3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CF207-5EB4-4648-8E6D-7DF878EE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a country&#10;&#10;AI-generated content may be incorrect.">
            <a:extLst>
              <a:ext uri="{FF2B5EF4-FFF2-40B4-BE49-F238E27FC236}">
                <a16:creationId xmlns:a16="http://schemas.microsoft.com/office/drawing/2014/main" id="{20D47BB2-1EB1-B739-4D70-72E2B4088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479" y="1"/>
            <a:ext cx="3879194" cy="2743200"/>
          </a:xfrm>
          <a:prstGeom prst="rect">
            <a:avLst/>
          </a:prstGeom>
        </p:spPr>
      </p:pic>
      <p:pic>
        <p:nvPicPr>
          <p:cNvPr id="9" name="Picture 8" descr="A map of a country&#10;&#10;AI-generated content may be incorrect.">
            <a:extLst>
              <a:ext uri="{FF2B5EF4-FFF2-40B4-BE49-F238E27FC236}">
                <a16:creationId xmlns:a16="http://schemas.microsoft.com/office/drawing/2014/main" id="{502F22BC-2128-8E09-E083-25545D70C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9611" y="1"/>
            <a:ext cx="3879195" cy="2743200"/>
          </a:xfrm>
          <a:prstGeom prst="rect">
            <a:avLst/>
          </a:prstGeom>
        </p:spPr>
      </p:pic>
      <p:pic>
        <p:nvPicPr>
          <p:cNvPr id="11" name="Picture 10" descr="A map of a country&#10;&#10;AI-generated content may be incorrect.">
            <a:extLst>
              <a:ext uri="{FF2B5EF4-FFF2-40B4-BE49-F238E27FC236}">
                <a16:creationId xmlns:a16="http://schemas.microsoft.com/office/drawing/2014/main" id="{751ADA08-2CAC-0D29-2E56-0DE7A5113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22" y="1"/>
            <a:ext cx="3879194" cy="2743200"/>
          </a:xfrm>
          <a:prstGeom prst="rect">
            <a:avLst/>
          </a:prstGeom>
        </p:spPr>
      </p:pic>
      <p:pic>
        <p:nvPicPr>
          <p:cNvPr id="13" name="Picture 12" descr="A map of a country&#10;&#10;AI-generated content may be incorrect.">
            <a:extLst>
              <a:ext uri="{FF2B5EF4-FFF2-40B4-BE49-F238E27FC236}">
                <a16:creationId xmlns:a16="http://schemas.microsoft.com/office/drawing/2014/main" id="{43880DCD-E592-7E9F-14AE-94A627C634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474" y="1"/>
            <a:ext cx="3879194" cy="2743200"/>
          </a:xfrm>
          <a:prstGeom prst="rect">
            <a:avLst/>
          </a:prstGeom>
        </p:spPr>
      </p:pic>
      <p:pic>
        <p:nvPicPr>
          <p:cNvPr id="15" name="Picture 14" descr="A map of the island&#10;&#10;AI-generated content may be incorrect.">
            <a:extLst>
              <a:ext uri="{FF2B5EF4-FFF2-40B4-BE49-F238E27FC236}">
                <a16:creationId xmlns:a16="http://schemas.microsoft.com/office/drawing/2014/main" id="{1155322C-7F6E-2C56-9AEB-9D8AFE0F40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711" y="3259666"/>
            <a:ext cx="3879194" cy="2743200"/>
          </a:xfrm>
          <a:prstGeom prst="rect">
            <a:avLst/>
          </a:prstGeom>
        </p:spPr>
      </p:pic>
      <p:pic>
        <p:nvPicPr>
          <p:cNvPr id="17" name="Picture 16" descr="A map of a country&#10;&#10;AI-generated content may be incorrect.">
            <a:extLst>
              <a:ext uri="{FF2B5EF4-FFF2-40B4-BE49-F238E27FC236}">
                <a16:creationId xmlns:a16="http://schemas.microsoft.com/office/drawing/2014/main" id="{56A05BDA-6189-D263-86DD-BEBC3DD20F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48" y="3259666"/>
            <a:ext cx="3879194" cy="2743200"/>
          </a:xfrm>
          <a:prstGeom prst="rect">
            <a:avLst/>
          </a:prstGeom>
        </p:spPr>
      </p:pic>
      <p:pic>
        <p:nvPicPr>
          <p:cNvPr id="19" name="Picture 18" descr="A map of a country&#10;&#10;AI-generated content may be incorrect.">
            <a:extLst>
              <a:ext uri="{FF2B5EF4-FFF2-40B4-BE49-F238E27FC236}">
                <a16:creationId xmlns:a16="http://schemas.microsoft.com/office/drawing/2014/main" id="{E646D56C-BC7B-4433-6240-D923EA83F8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22" y="3259666"/>
            <a:ext cx="3879194" cy="2743200"/>
          </a:xfrm>
          <a:prstGeom prst="rect">
            <a:avLst/>
          </a:prstGeom>
        </p:spPr>
      </p:pic>
      <p:pic>
        <p:nvPicPr>
          <p:cNvPr id="21" name="Picture 20" descr="A map of a country&#10;&#10;AI-generated content may be incorrect.">
            <a:extLst>
              <a:ext uri="{FF2B5EF4-FFF2-40B4-BE49-F238E27FC236}">
                <a16:creationId xmlns:a16="http://schemas.microsoft.com/office/drawing/2014/main" id="{B0156DCD-F892-765E-A6AE-4599978C9E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474" y="3259666"/>
            <a:ext cx="3879194" cy="2743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EF5F6B3-E1EC-AF12-F47D-474CE760CF9A}"/>
              </a:ext>
            </a:extLst>
          </p:cNvPr>
          <p:cNvSpPr txBox="1"/>
          <p:nvPr/>
        </p:nvSpPr>
        <p:spPr>
          <a:xfrm>
            <a:off x="-689019" y="128788"/>
            <a:ext cx="1983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LU Dominant Change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2C9DC-85F3-C7BC-70D8-4297450925F2}"/>
              </a:ext>
            </a:extLst>
          </p:cNvPr>
          <p:cNvSpPr txBox="1"/>
          <p:nvPr/>
        </p:nvSpPr>
        <p:spPr>
          <a:xfrm>
            <a:off x="2698021" y="128788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79A13-318C-0357-DA0E-D1CE69337123}"/>
              </a:ext>
            </a:extLst>
          </p:cNvPr>
          <p:cNvSpPr txBox="1"/>
          <p:nvPr/>
        </p:nvSpPr>
        <p:spPr>
          <a:xfrm>
            <a:off x="6027455" y="128787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9D6E1D-3A33-15B7-57FE-68B814CACD88}"/>
              </a:ext>
            </a:extLst>
          </p:cNvPr>
          <p:cNvSpPr txBox="1"/>
          <p:nvPr/>
        </p:nvSpPr>
        <p:spPr>
          <a:xfrm>
            <a:off x="9002474" y="128787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0A62F-4AB9-735E-4E27-0DAE50FA803B}"/>
              </a:ext>
            </a:extLst>
          </p:cNvPr>
          <p:cNvSpPr txBox="1"/>
          <p:nvPr/>
        </p:nvSpPr>
        <p:spPr>
          <a:xfrm>
            <a:off x="-882460" y="3505026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11137B-8E85-E475-6682-FB3BE36D24E7}"/>
              </a:ext>
            </a:extLst>
          </p:cNvPr>
          <p:cNvSpPr txBox="1"/>
          <p:nvPr/>
        </p:nvSpPr>
        <p:spPr>
          <a:xfrm>
            <a:off x="2367090" y="3471997"/>
            <a:ext cx="2134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Grassland/Pasture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EAEBAD-CF39-14BA-6282-371235E08FB6}"/>
              </a:ext>
            </a:extLst>
          </p:cNvPr>
          <p:cNvSpPr txBox="1"/>
          <p:nvPr/>
        </p:nvSpPr>
        <p:spPr>
          <a:xfrm>
            <a:off x="5394822" y="3429000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Barren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320C4B-CEC8-5DFC-6B3B-160D52203E09}"/>
              </a:ext>
            </a:extLst>
          </p:cNvPr>
          <p:cNvSpPr txBox="1"/>
          <p:nvPr/>
        </p:nvSpPr>
        <p:spPr>
          <a:xfrm>
            <a:off x="8909001" y="3429000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Wetland</a:t>
            </a:r>
          </a:p>
        </p:txBody>
      </p:sp>
      <p:pic>
        <p:nvPicPr>
          <p:cNvPr id="31" name="Picture 3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44CD16F-27BA-2249-C088-0223A50310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6" t="33615" r="43837" b="41784"/>
          <a:stretch>
            <a:fillRect/>
          </a:stretch>
        </p:blipFill>
        <p:spPr>
          <a:xfrm>
            <a:off x="1471638" y="1572533"/>
            <a:ext cx="1568845" cy="1687133"/>
          </a:xfrm>
          <a:prstGeom prst="rect">
            <a:avLst/>
          </a:prstGeom>
        </p:spPr>
      </p:pic>
      <p:pic>
        <p:nvPicPr>
          <p:cNvPr id="33" name="Picture 32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73761310-B150-9B02-14C2-FE336343A2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33333" r="46845" b="33615"/>
          <a:stretch>
            <a:fillRect/>
          </a:stretch>
        </p:blipFill>
        <p:spPr>
          <a:xfrm>
            <a:off x="5077297" y="1572533"/>
            <a:ext cx="990918" cy="168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0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36B5-AE7C-76C8-EE12-1606B8FC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country&#10;&#10;AI-generated content may be incorrect.">
            <a:extLst>
              <a:ext uri="{FF2B5EF4-FFF2-40B4-BE49-F238E27FC236}">
                <a16:creationId xmlns:a16="http://schemas.microsoft.com/office/drawing/2014/main" id="{2E922ABE-7132-7857-0799-B7BF79BDC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4" y="1358900"/>
            <a:ext cx="5172259" cy="3657600"/>
          </a:xfrm>
          <a:prstGeom prst="rect">
            <a:avLst/>
          </a:prstGeom>
        </p:spPr>
      </p:pic>
      <p:pic>
        <p:nvPicPr>
          <p:cNvPr id="6" name="Picture 5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A7518945-07A8-4230-6523-25D28D506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71" t="32315" r="47555" b="34629"/>
          <a:stretch>
            <a:fillRect/>
          </a:stretch>
        </p:blipFill>
        <p:spPr>
          <a:xfrm>
            <a:off x="3803650" y="3429000"/>
            <a:ext cx="1371600" cy="2266950"/>
          </a:xfrm>
          <a:prstGeom prst="rect">
            <a:avLst/>
          </a:prstGeom>
        </p:spPr>
      </p:pic>
      <p:pic>
        <p:nvPicPr>
          <p:cNvPr id="12" name="Picture 11" descr="A map of a country&#10;&#10;AI-generated content may be incorrect.">
            <a:extLst>
              <a:ext uri="{FF2B5EF4-FFF2-40B4-BE49-F238E27FC236}">
                <a16:creationId xmlns:a16="http://schemas.microsoft.com/office/drawing/2014/main" id="{89E6CD3D-27FD-C07B-17BA-B0F0579E2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0" y="1260475"/>
            <a:ext cx="5172259" cy="3657600"/>
          </a:xfrm>
          <a:prstGeom prst="rect">
            <a:avLst/>
          </a:prstGeom>
        </p:spPr>
      </p:pic>
      <p:pic>
        <p:nvPicPr>
          <p:cNvPr id="8" name="Picture 7" descr="A group of colored squares&#10;&#10;AI-generated content may be incorrect.">
            <a:extLst>
              <a:ext uri="{FF2B5EF4-FFF2-40B4-BE49-F238E27FC236}">
                <a16:creationId xmlns:a16="http://schemas.microsoft.com/office/drawing/2014/main" id="{1CD4A81A-8D8A-D143-9D0D-D380ECD9F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9" t="33796" r="47357" b="31482"/>
          <a:stretch>
            <a:fillRect/>
          </a:stretch>
        </p:blipFill>
        <p:spPr>
          <a:xfrm>
            <a:off x="9378950" y="3216275"/>
            <a:ext cx="1371600" cy="2381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AA81F8-D3E1-70A0-C57F-A10257FAEB3B}"/>
              </a:ext>
            </a:extLst>
          </p:cNvPr>
          <p:cNvSpPr txBox="1"/>
          <p:nvPr/>
        </p:nvSpPr>
        <p:spPr>
          <a:xfrm>
            <a:off x="1262921" y="1411488"/>
            <a:ext cx="1983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Canopy cover change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1F431-19ED-06CB-D57E-23C47E0DBFA9}"/>
              </a:ext>
            </a:extLst>
          </p:cNvPr>
          <p:cNvSpPr txBox="1"/>
          <p:nvPr/>
        </p:nvSpPr>
        <p:spPr>
          <a:xfrm>
            <a:off x="6096000" y="1595638"/>
            <a:ext cx="198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Streamflow diff</a:t>
            </a:r>
          </a:p>
        </p:txBody>
      </p:sp>
    </p:spTree>
    <p:extLst>
      <p:ext uri="{BB962C8B-B14F-4D97-AF65-F5344CB8AC3E}">
        <p14:creationId xmlns:p14="http://schemas.microsoft.com/office/powerpoint/2010/main" val="1201594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Sanghyup</dc:creator>
  <cp:lastModifiedBy>Lee, Sanghyup</cp:lastModifiedBy>
  <cp:revision>1</cp:revision>
  <dcterms:created xsi:type="dcterms:W3CDTF">2026-02-03T16:52:43Z</dcterms:created>
  <dcterms:modified xsi:type="dcterms:W3CDTF">2026-02-04T01:39:52Z</dcterms:modified>
</cp:coreProperties>
</file>